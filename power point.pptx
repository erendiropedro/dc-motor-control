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3" r:id="rId6"/>
    <p:sldId id="262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C166C632-C0EC-4EFC-A605-8DC6568BD723}">
          <p14:sldIdLst>
            <p14:sldId id="256"/>
            <p14:sldId id="257"/>
            <p14:sldId id="259"/>
            <p14:sldId id="258"/>
            <p14:sldId id="263"/>
            <p14:sldId id="262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ADA75-4C9F-48B6-A40B-D2B98676C06B}" type="doc">
      <dgm:prSet loTypeId="urn:microsoft.com/office/officeart/2005/8/layout/hierarchy1" loCatId="hierarchy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C8412EC-DEB3-4A6B-B71B-305ED99D9773}">
      <dgm:prSet/>
      <dgm:spPr/>
      <dgm:t>
        <a:bodyPr/>
        <a:lstStyle/>
        <a:p>
          <a:r>
            <a:rPr lang="pt-PT"/>
            <a:t>Condicionamento do sinal</a:t>
          </a:r>
          <a:endParaRPr lang="en-US"/>
        </a:p>
      </dgm:t>
    </dgm:pt>
    <dgm:pt modelId="{812ED2DB-5750-4B7A-8997-A0F44A22843D}" type="parTrans" cxnId="{2497BD25-6CAD-4E83-9448-424DAFD32456}">
      <dgm:prSet/>
      <dgm:spPr/>
      <dgm:t>
        <a:bodyPr/>
        <a:lstStyle/>
        <a:p>
          <a:endParaRPr lang="en-US"/>
        </a:p>
      </dgm:t>
    </dgm:pt>
    <dgm:pt modelId="{55783031-E9AA-4A63-87AD-17DBC4127ECB}" type="sibTrans" cxnId="{2497BD25-6CAD-4E83-9448-424DAFD32456}">
      <dgm:prSet/>
      <dgm:spPr/>
      <dgm:t>
        <a:bodyPr/>
        <a:lstStyle/>
        <a:p>
          <a:endParaRPr lang="en-US"/>
        </a:p>
      </dgm:t>
    </dgm:pt>
    <dgm:pt modelId="{5CB231CA-B64D-4361-A6FD-0235EA185944}">
      <dgm:prSet/>
      <dgm:spPr/>
      <dgm:t>
        <a:bodyPr/>
        <a:lstStyle/>
        <a:p>
          <a:r>
            <a:rPr lang="pt-PT"/>
            <a:t>Conversão Analógico-Digital</a:t>
          </a:r>
          <a:endParaRPr lang="en-US"/>
        </a:p>
      </dgm:t>
    </dgm:pt>
    <dgm:pt modelId="{1CD07EF8-591E-423A-B0FD-F3723AD25A40}" type="parTrans" cxnId="{1D7D9C1C-B9D0-4846-86D6-18B5142C0663}">
      <dgm:prSet/>
      <dgm:spPr/>
      <dgm:t>
        <a:bodyPr/>
        <a:lstStyle/>
        <a:p>
          <a:endParaRPr lang="en-US"/>
        </a:p>
      </dgm:t>
    </dgm:pt>
    <dgm:pt modelId="{9595AF71-ED48-4491-A297-24B2E7A6542C}" type="sibTrans" cxnId="{1D7D9C1C-B9D0-4846-86D6-18B5142C0663}">
      <dgm:prSet/>
      <dgm:spPr/>
      <dgm:t>
        <a:bodyPr/>
        <a:lstStyle/>
        <a:p>
          <a:endParaRPr lang="en-US"/>
        </a:p>
      </dgm:t>
    </dgm:pt>
    <dgm:pt modelId="{850B412F-84DC-45F7-831A-7070C32F0E69}">
      <dgm:prSet/>
      <dgm:spPr/>
      <dgm:t>
        <a:bodyPr/>
        <a:lstStyle/>
        <a:p>
          <a:r>
            <a:rPr lang="pt-PT"/>
            <a:t>Processamento do Sinal Digital</a:t>
          </a:r>
          <a:endParaRPr lang="en-US"/>
        </a:p>
      </dgm:t>
    </dgm:pt>
    <dgm:pt modelId="{1602CF8A-835F-4759-A1A8-B7934080A2E6}" type="parTrans" cxnId="{C00EACFE-F5C4-48AE-A6DF-2944BEA51257}">
      <dgm:prSet/>
      <dgm:spPr/>
      <dgm:t>
        <a:bodyPr/>
        <a:lstStyle/>
        <a:p>
          <a:endParaRPr lang="en-US"/>
        </a:p>
      </dgm:t>
    </dgm:pt>
    <dgm:pt modelId="{2DD54B55-76F2-420F-9863-539C3B70E337}" type="sibTrans" cxnId="{C00EACFE-F5C4-48AE-A6DF-2944BEA51257}">
      <dgm:prSet/>
      <dgm:spPr/>
      <dgm:t>
        <a:bodyPr/>
        <a:lstStyle/>
        <a:p>
          <a:endParaRPr lang="en-US"/>
        </a:p>
      </dgm:t>
    </dgm:pt>
    <dgm:pt modelId="{562B71AD-DC69-4E39-8F58-4A359C642EA2}" type="pres">
      <dgm:prSet presAssocID="{BD2ADA75-4C9F-48B6-A40B-D2B98676C06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FEB59E-6A97-47F1-B61E-48AA427372B3}" type="pres">
      <dgm:prSet presAssocID="{EC8412EC-DEB3-4A6B-B71B-305ED99D9773}" presName="hierRoot1" presStyleCnt="0"/>
      <dgm:spPr/>
    </dgm:pt>
    <dgm:pt modelId="{5E9A0862-8B2E-4DF7-97A4-2DC01FAD94C5}" type="pres">
      <dgm:prSet presAssocID="{EC8412EC-DEB3-4A6B-B71B-305ED99D9773}" presName="composite" presStyleCnt="0"/>
      <dgm:spPr/>
    </dgm:pt>
    <dgm:pt modelId="{365C1EE8-B44A-4F7C-BD7D-C414EEE50F4A}" type="pres">
      <dgm:prSet presAssocID="{EC8412EC-DEB3-4A6B-B71B-305ED99D9773}" presName="background" presStyleLbl="node0" presStyleIdx="0" presStyleCnt="3"/>
      <dgm:spPr/>
    </dgm:pt>
    <dgm:pt modelId="{F21F68D8-15F5-4397-B3FE-8F88FB512CC7}" type="pres">
      <dgm:prSet presAssocID="{EC8412EC-DEB3-4A6B-B71B-305ED99D9773}" presName="text" presStyleLbl="fgAcc0" presStyleIdx="0" presStyleCnt="3">
        <dgm:presLayoutVars>
          <dgm:chPref val="3"/>
        </dgm:presLayoutVars>
      </dgm:prSet>
      <dgm:spPr/>
    </dgm:pt>
    <dgm:pt modelId="{56EE4537-47B3-44C1-BAF8-CFF1AAE04F92}" type="pres">
      <dgm:prSet presAssocID="{EC8412EC-DEB3-4A6B-B71B-305ED99D9773}" presName="hierChild2" presStyleCnt="0"/>
      <dgm:spPr/>
    </dgm:pt>
    <dgm:pt modelId="{F9CA077D-A11D-48B5-BE08-7AC86A3D8AFF}" type="pres">
      <dgm:prSet presAssocID="{5CB231CA-B64D-4361-A6FD-0235EA185944}" presName="hierRoot1" presStyleCnt="0"/>
      <dgm:spPr/>
    </dgm:pt>
    <dgm:pt modelId="{1B6D9C26-356E-4D39-A96B-4FBA646D8030}" type="pres">
      <dgm:prSet presAssocID="{5CB231CA-B64D-4361-A6FD-0235EA185944}" presName="composite" presStyleCnt="0"/>
      <dgm:spPr/>
    </dgm:pt>
    <dgm:pt modelId="{6F88A2E4-4D69-4017-86DB-67186628B070}" type="pres">
      <dgm:prSet presAssocID="{5CB231CA-B64D-4361-A6FD-0235EA185944}" presName="background" presStyleLbl="node0" presStyleIdx="1" presStyleCnt="3"/>
      <dgm:spPr/>
    </dgm:pt>
    <dgm:pt modelId="{61E280F9-003C-4E26-B7AE-61F18859D7B9}" type="pres">
      <dgm:prSet presAssocID="{5CB231CA-B64D-4361-A6FD-0235EA185944}" presName="text" presStyleLbl="fgAcc0" presStyleIdx="1" presStyleCnt="3">
        <dgm:presLayoutVars>
          <dgm:chPref val="3"/>
        </dgm:presLayoutVars>
      </dgm:prSet>
      <dgm:spPr/>
    </dgm:pt>
    <dgm:pt modelId="{96DF0329-50B2-44D4-B9C6-5A4360E38D45}" type="pres">
      <dgm:prSet presAssocID="{5CB231CA-B64D-4361-A6FD-0235EA185944}" presName="hierChild2" presStyleCnt="0"/>
      <dgm:spPr/>
    </dgm:pt>
    <dgm:pt modelId="{977AE3AF-32F4-4A0A-A9B8-F7E08470D99C}" type="pres">
      <dgm:prSet presAssocID="{850B412F-84DC-45F7-831A-7070C32F0E69}" presName="hierRoot1" presStyleCnt="0"/>
      <dgm:spPr/>
    </dgm:pt>
    <dgm:pt modelId="{8B9AAB07-2172-4AF0-BE23-7611DE3C6C0D}" type="pres">
      <dgm:prSet presAssocID="{850B412F-84DC-45F7-831A-7070C32F0E69}" presName="composite" presStyleCnt="0"/>
      <dgm:spPr/>
    </dgm:pt>
    <dgm:pt modelId="{90AA0761-9FFC-474D-A6EA-2242BD60C2FA}" type="pres">
      <dgm:prSet presAssocID="{850B412F-84DC-45F7-831A-7070C32F0E69}" presName="background" presStyleLbl="node0" presStyleIdx="2" presStyleCnt="3"/>
      <dgm:spPr/>
    </dgm:pt>
    <dgm:pt modelId="{D02A2C89-E9EB-4254-8EF8-B77C8CC2047B}" type="pres">
      <dgm:prSet presAssocID="{850B412F-84DC-45F7-831A-7070C32F0E69}" presName="text" presStyleLbl="fgAcc0" presStyleIdx="2" presStyleCnt="3">
        <dgm:presLayoutVars>
          <dgm:chPref val="3"/>
        </dgm:presLayoutVars>
      </dgm:prSet>
      <dgm:spPr/>
    </dgm:pt>
    <dgm:pt modelId="{54965823-1F6D-44F3-9EA3-C668F217470A}" type="pres">
      <dgm:prSet presAssocID="{850B412F-84DC-45F7-831A-7070C32F0E69}" presName="hierChild2" presStyleCnt="0"/>
      <dgm:spPr/>
    </dgm:pt>
  </dgm:ptLst>
  <dgm:cxnLst>
    <dgm:cxn modelId="{1D7D9C1C-B9D0-4846-86D6-18B5142C0663}" srcId="{BD2ADA75-4C9F-48B6-A40B-D2B98676C06B}" destId="{5CB231CA-B64D-4361-A6FD-0235EA185944}" srcOrd="1" destOrd="0" parTransId="{1CD07EF8-591E-423A-B0FD-F3723AD25A40}" sibTransId="{9595AF71-ED48-4491-A297-24B2E7A6542C}"/>
    <dgm:cxn modelId="{2497BD25-6CAD-4E83-9448-424DAFD32456}" srcId="{BD2ADA75-4C9F-48B6-A40B-D2B98676C06B}" destId="{EC8412EC-DEB3-4A6B-B71B-305ED99D9773}" srcOrd="0" destOrd="0" parTransId="{812ED2DB-5750-4B7A-8997-A0F44A22843D}" sibTransId="{55783031-E9AA-4A63-87AD-17DBC4127ECB}"/>
    <dgm:cxn modelId="{CC842A38-A45B-449A-A885-182962BF0DB0}" type="presOf" srcId="{EC8412EC-DEB3-4A6B-B71B-305ED99D9773}" destId="{F21F68D8-15F5-4397-B3FE-8F88FB512CC7}" srcOrd="0" destOrd="0" presId="urn:microsoft.com/office/officeart/2005/8/layout/hierarchy1"/>
    <dgm:cxn modelId="{41E8567B-EFBD-4206-86DC-FC70BBEA2266}" type="presOf" srcId="{5CB231CA-B64D-4361-A6FD-0235EA185944}" destId="{61E280F9-003C-4E26-B7AE-61F18859D7B9}" srcOrd="0" destOrd="0" presId="urn:microsoft.com/office/officeart/2005/8/layout/hierarchy1"/>
    <dgm:cxn modelId="{B416C7B3-93D8-4111-99C9-1F2C7EEA81AD}" type="presOf" srcId="{BD2ADA75-4C9F-48B6-A40B-D2B98676C06B}" destId="{562B71AD-DC69-4E39-8F58-4A359C642EA2}" srcOrd="0" destOrd="0" presId="urn:microsoft.com/office/officeart/2005/8/layout/hierarchy1"/>
    <dgm:cxn modelId="{14F353EB-AF75-48F1-BECF-DA8668C7B54F}" type="presOf" srcId="{850B412F-84DC-45F7-831A-7070C32F0E69}" destId="{D02A2C89-E9EB-4254-8EF8-B77C8CC2047B}" srcOrd="0" destOrd="0" presId="urn:microsoft.com/office/officeart/2005/8/layout/hierarchy1"/>
    <dgm:cxn modelId="{C00EACFE-F5C4-48AE-A6DF-2944BEA51257}" srcId="{BD2ADA75-4C9F-48B6-A40B-D2B98676C06B}" destId="{850B412F-84DC-45F7-831A-7070C32F0E69}" srcOrd="2" destOrd="0" parTransId="{1602CF8A-835F-4759-A1A8-B7934080A2E6}" sibTransId="{2DD54B55-76F2-420F-9863-539C3B70E337}"/>
    <dgm:cxn modelId="{E8EC8592-9090-4C7F-86D5-64C9F8845395}" type="presParOf" srcId="{562B71AD-DC69-4E39-8F58-4A359C642EA2}" destId="{7EFEB59E-6A97-47F1-B61E-48AA427372B3}" srcOrd="0" destOrd="0" presId="urn:microsoft.com/office/officeart/2005/8/layout/hierarchy1"/>
    <dgm:cxn modelId="{46EA60ED-D2C1-4840-A32F-7D212287B247}" type="presParOf" srcId="{7EFEB59E-6A97-47F1-B61E-48AA427372B3}" destId="{5E9A0862-8B2E-4DF7-97A4-2DC01FAD94C5}" srcOrd="0" destOrd="0" presId="urn:microsoft.com/office/officeart/2005/8/layout/hierarchy1"/>
    <dgm:cxn modelId="{950979F7-9072-4C46-8CF3-FE4FB3299797}" type="presParOf" srcId="{5E9A0862-8B2E-4DF7-97A4-2DC01FAD94C5}" destId="{365C1EE8-B44A-4F7C-BD7D-C414EEE50F4A}" srcOrd="0" destOrd="0" presId="urn:microsoft.com/office/officeart/2005/8/layout/hierarchy1"/>
    <dgm:cxn modelId="{AB349B0A-DD53-476E-AEDF-DFF6F5AF6B42}" type="presParOf" srcId="{5E9A0862-8B2E-4DF7-97A4-2DC01FAD94C5}" destId="{F21F68D8-15F5-4397-B3FE-8F88FB512CC7}" srcOrd="1" destOrd="0" presId="urn:microsoft.com/office/officeart/2005/8/layout/hierarchy1"/>
    <dgm:cxn modelId="{1EFD0B4F-87DA-4130-9206-8B4FD2629C52}" type="presParOf" srcId="{7EFEB59E-6A97-47F1-B61E-48AA427372B3}" destId="{56EE4537-47B3-44C1-BAF8-CFF1AAE04F92}" srcOrd="1" destOrd="0" presId="urn:microsoft.com/office/officeart/2005/8/layout/hierarchy1"/>
    <dgm:cxn modelId="{9D14ADE7-FD33-4EC7-9434-09CA5D0DB6BF}" type="presParOf" srcId="{562B71AD-DC69-4E39-8F58-4A359C642EA2}" destId="{F9CA077D-A11D-48B5-BE08-7AC86A3D8AFF}" srcOrd="1" destOrd="0" presId="urn:microsoft.com/office/officeart/2005/8/layout/hierarchy1"/>
    <dgm:cxn modelId="{44702887-8504-4C41-9FFE-911673528586}" type="presParOf" srcId="{F9CA077D-A11D-48B5-BE08-7AC86A3D8AFF}" destId="{1B6D9C26-356E-4D39-A96B-4FBA646D8030}" srcOrd="0" destOrd="0" presId="urn:microsoft.com/office/officeart/2005/8/layout/hierarchy1"/>
    <dgm:cxn modelId="{C743E9D7-BB62-4318-911A-2DEA7DCBA0A5}" type="presParOf" srcId="{1B6D9C26-356E-4D39-A96B-4FBA646D8030}" destId="{6F88A2E4-4D69-4017-86DB-67186628B070}" srcOrd="0" destOrd="0" presId="urn:microsoft.com/office/officeart/2005/8/layout/hierarchy1"/>
    <dgm:cxn modelId="{86963AC2-1426-4910-909E-D4E92DEB7C9B}" type="presParOf" srcId="{1B6D9C26-356E-4D39-A96B-4FBA646D8030}" destId="{61E280F9-003C-4E26-B7AE-61F18859D7B9}" srcOrd="1" destOrd="0" presId="urn:microsoft.com/office/officeart/2005/8/layout/hierarchy1"/>
    <dgm:cxn modelId="{C7F78059-5C65-403B-A504-06EEB7CDCE10}" type="presParOf" srcId="{F9CA077D-A11D-48B5-BE08-7AC86A3D8AFF}" destId="{96DF0329-50B2-44D4-B9C6-5A4360E38D45}" srcOrd="1" destOrd="0" presId="urn:microsoft.com/office/officeart/2005/8/layout/hierarchy1"/>
    <dgm:cxn modelId="{FF0DBE6D-6260-431F-90F8-6F898B0BBBBC}" type="presParOf" srcId="{562B71AD-DC69-4E39-8F58-4A359C642EA2}" destId="{977AE3AF-32F4-4A0A-A9B8-F7E08470D99C}" srcOrd="2" destOrd="0" presId="urn:microsoft.com/office/officeart/2005/8/layout/hierarchy1"/>
    <dgm:cxn modelId="{C28796FD-4B78-4878-A57A-B56E3BE49853}" type="presParOf" srcId="{977AE3AF-32F4-4A0A-A9B8-F7E08470D99C}" destId="{8B9AAB07-2172-4AF0-BE23-7611DE3C6C0D}" srcOrd="0" destOrd="0" presId="urn:microsoft.com/office/officeart/2005/8/layout/hierarchy1"/>
    <dgm:cxn modelId="{F62AB127-5688-4220-95A9-3C9173C48A79}" type="presParOf" srcId="{8B9AAB07-2172-4AF0-BE23-7611DE3C6C0D}" destId="{90AA0761-9FFC-474D-A6EA-2242BD60C2FA}" srcOrd="0" destOrd="0" presId="urn:microsoft.com/office/officeart/2005/8/layout/hierarchy1"/>
    <dgm:cxn modelId="{EA754E69-DA97-4720-9423-8EDFDEEE76DD}" type="presParOf" srcId="{8B9AAB07-2172-4AF0-BE23-7611DE3C6C0D}" destId="{D02A2C89-E9EB-4254-8EF8-B77C8CC2047B}" srcOrd="1" destOrd="0" presId="urn:microsoft.com/office/officeart/2005/8/layout/hierarchy1"/>
    <dgm:cxn modelId="{FBDAF666-F7C0-4E52-ADCA-88E0B9D062A2}" type="presParOf" srcId="{977AE3AF-32F4-4A0A-A9B8-F7E08470D99C}" destId="{54965823-1F6D-44F3-9EA3-C668F21747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C1EE8-B44A-4F7C-BD7D-C414EEE50F4A}">
      <dsp:nvSpPr>
        <dsp:cNvPr id="0" name=""/>
        <dsp:cNvSpPr/>
      </dsp:nvSpPr>
      <dsp:spPr>
        <a:xfrm>
          <a:off x="0" y="739238"/>
          <a:ext cx="2786062" cy="17691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1F68D8-15F5-4397-B3FE-8F88FB512CC7}">
      <dsp:nvSpPr>
        <dsp:cNvPr id="0" name=""/>
        <dsp:cNvSpPr/>
      </dsp:nvSpPr>
      <dsp:spPr>
        <a:xfrm>
          <a:off x="309562" y="1033323"/>
          <a:ext cx="2786062" cy="176914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/>
            <a:t>Condicionamento do sinal</a:t>
          </a:r>
          <a:endParaRPr lang="en-US" sz="2800" kern="1200"/>
        </a:p>
      </dsp:txBody>
      <dsp:txXfrm>
        <a:off x="361379" y="1085140"/>
        <a:ext cx="2682428" cy="1665515"/>
      </dsp:txXfrm>
    </dsp:sp>
    <dsp:sp modelId="{6F88A2E4-4D69-4017-86DB-67186628B070}">
      <dsp:nvSpPr>
        <dsp:cNvPr id="0" name=""/>
        <dsp:cNvSpPr/>
      </dsp:nvSpPr>
      <dsp:spPr>
        <a:xfrm>
          <a:off x="3405187" y="739238"/>
          <a:ext cx="2786062" cy="17691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E280F9-003C-4E26-B7AE-61F18859D7B9}">
      <dsp:nvSpPr>
        <dsp:cNvPr id="0" name=""/>
        <dsp:cNvSpPr/>
      </dsp:nvSpPr>
      <dsp:spPr>
        <a:xfrm>
          <a:off x="3714749" y="1033323"/>
          <a:ext cx="2786062" cy="176914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/>
            <a:t>Conversão Analógico-Digital</a:t>
          </a:r>
          <a:endParaRPr lang="en-US" sz="2800" kern="1200"/>
        </a:p>
      </dsp:txBody>
      <dsp:txXfrm>
        <a:off x="3766566" y="1085140"/>
        <a:ext cx="2682428" cy="1665515"/>
      </dsp:txXfrm>
    </dsp:sp>
    <dsp:sp modelId="{90AA0761-9FFC-474D-A6EA-2242BD60C2FA}">
      <dsp:nvSpPr>
        <dsp:cNvPr id="0" name=""/>
        <dsp:cNvSpPr/>
      </dsp:nvSpPr>
      <dsp:spPr>
        <a:xfrm>
          <a:off x="6810375" y="739238"/>
          <a:ext cx="2786062" cy="17691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2A2C89-E9EB-4254-8EF8-B77C8CC2047B}">
      <dsp:nvSpPr>
        <dsp:cNvPr id="0" name=""/>
        <dsp:cNvSpPr/>
      </dsp:nvSpPr>
      <dsp:spPr>
        <a:xfrm>
          <a:off x="7119937" y="1033323"/>
          <a:ext cx="2786062" cy="176914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/>
            <a:t>Processamento do Sinal Digital</a:t>
          </a:r>
          <a:endParaRPr lang="en-US" sz="2800" kern="1200"/>
        </a:p>
      </dsp:txBody>
      <dsp:txXfrm>
        <a:off x="7171754" y="1085140"/>
        <a:ext cx="2682428" cy="1665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4044F-CD7C-4F10-A897-0EBF8CC3B9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Controlo de um motor DC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98C079-05B8-4AE5-B499-F54E05361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8846" y="4269303"/>
            <a:ext cx="8791575" cy="1655762"/>
          </a:xfrm>
        </p:spPr>
        <p:txBody>
          <a:bodyPr/>
          <a:lstStyle/>
          <a:p>
            <a:r>
              <a:rPr lang="pt-PT" dirty="0"/>
              <a:t>Erendiro Pedro (1160555)</a:t>
            </a:r>
          </a:p>
          <a:p>
            <a:r>
              <a:rPr lang="pt-PT" dirty="0"/>
              <a:t>Elmer graça (1161424)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3C5582-FF88-4851-A4DC-FA803F33E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17" y="581874"/>
            <a:ext cx="3641187" cy="108097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97B528-BA34-41C4-9255-ED4B5C9BAF12}"/>
              </a:ext>
            </a:extLst>
          </p:cNvPr>
          <p:cNvSpPr txBox="1"/>
          <p:nvPr/>
        </p:nvSpPr>
        <p:spPr>
          <a:xfrm>
            <a:off x="8489092" y="4905632"/>
            <a:ext cx="3348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dirty="0"/>
              <a:t>Docentes:				 Luís Lima</a:t>
            </a:r>
          </a:p>
          <a:p>
            <a:pPr algn="r"/>
            <a:r>
              <a:rPr lang="pt-PT" dirty="0"/>
              <a:t>Ricardo Costa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32950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m eletrónica&#10;&#10;Descrição gerada com confiança alta">
            <a:extLst>
              <a:ext uri="{FF2B5EF4-FFF2-40B4-BE49-F238E27FC236}">
                <a16:creationId xmlns:a16="http://schemas.microsoft.com/office/drawing/2014/main" id="{A0B3264A-2166-446B-B85B-A607CBC54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1" y="2471004"/>
            <a:ext cx="4689234" cy="3106616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286078-FB19-4E7C-8449-3F48A7A1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pt-PT"/>
              <a:t>Introdução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7BC212C-89FF-45D3-AAAC-96387C10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r>
              <a:rPr lang="pt-PT"/>
              <a:t>Estado de arte</a:t>
            </a:r>
          </a:p>
          <a:p>
            <a:r>
              <a:rPr lang="pt-PT"/>
              <a:t>Em que consiste o projeto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0885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EDA90D89-770A-4C09-978C-9E38FE15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3B344D7-1AE2-4947-876E-2A5267450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6633E5C-867B-4E17-9151-FF0FDB122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D5EDC2E-587B-4E85-8185-D99B438AB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96B1479-D8B0-4D98-B382-877F9A3AE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3B7BA112-C364-4D4C-97F9-A1DC76F1E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B9D9B13-8F5D-41E6-93D6-CDFEB34AB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5720BDB-EA73-4DE9-8A10-11DA3A1AC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1D2313E-4168-41D0-A5B5-2187D1B33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F1B19F3-A09E-4891-8916-D5F8B0B2A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D61F564-BB90-4A5C-829A-4F984FD6C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803B77E-8C29-4857-B5C1-B89B01F46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B96F39B0-FB50-4957-8F85-2E2CCF6D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54B5837-452A-4FC3-A8C8-E275AA929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FDE2A683-C13C-4A7F-935C-4C5279BF5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30C5773F-6573-4E1F-B3DC-BB2B01D88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E280F9F5-EF46-41DF-B672-013B025B9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5876ADD8-345E-4A8D-81CB-0D5C3F76F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8D2F7216-B310-4AB4-9948-2CF747F77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D113E940-FD31-4B25-B33F-5B213CC75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D6211283-9342-40E7-88F7-14A90284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B0118661-823B-4754-B0E3-52ACCB8DF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263B289D-A43D-47C8-AA8E-40C86C608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D5A2D8F7-A5A4-4B2E-89AE-F99CC5B05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6847785C-2F02-4845-9257-9DE5E6EDA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4B83A129-3D7E-44D8-8C6C-9DE73E12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7E1A9847-AC3D-4B5D-A29A-A93B0C6AB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2450F521-5F68-4148-9905-6232B08F8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8C6F916A-08CA-4F4C-BDBA-0F63A621F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D68FB199-D330-4EF4-94F5-1C07371E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3B67568D-CC47-4BBA-A084-154AEAA82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C9C25D1A-5E1E-4B22-B8D3-B0F526392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4D8DB054-D1D3-4C30-B62E-7F2C6A812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9EB76371-2F16-4BA0-994C-2575FD933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2B61AF6D-2A6D-4C90-BCCA-CD97F7246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35F6DFD-5D34-4BE6-8B2A-0D6CDCE28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BCB0EEDB-7826-499E-BB87-6D0DD545F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F16B5CE0-3198-436D-888B-A01A98384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B550414A-8DF0-4572-A382-B88DBE0B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AFB98517-BD8F-45DD-A2BA-52FD61A48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78C67202-AF18-4690-8000-4C12C4042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AD51A156-6972-43DA-BF32-CA187641B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B5CE61CC-EBDF-4355-A6C3-D44E62D78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ACB1B7F1-FBEF-48FA-97A7-9FAE7708E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4851370A-7D0E-4B9F-BA8B-B1966748F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B882F537-DDEB-49AE-BF36-6380A45F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A53D3CF4-BFB0-4D0B-8471-26ACAFE0A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13BC2FA8-8256-44BD-9A62-0EE83D647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90A9C5D2-72E3-4B31-A271-57A883ADC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2A5948D4-F239-4BEA-8E38-76F358E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7384B304-194D-400B-B568-5E6DEA885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B680594F-341A-4C19-BF7F-F6D76386A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4EA6807C-3B8A-43FE-BA1B-8D6D3851F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BA316439-CB72-49C9-BE80-934799D83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6BC7FE05-950C-4A73-B6A9-282B142C7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81C014C7-E085-4923-B533-732801FC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7" name="Round Diagonal Corner Rectangle 6">
            <a:extLst>
              <a:ext uri="{FF2B5EF4-FFF2-40B4-BE49-F238E27FC236}">
                <a16:creationId xmlns:a16="http://schemas.microsoft.com/office/drawing/2014/main" id="{0E24CF0B-9BD9-4126-80C9-FF28141AC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Uma imagem com texto&#10;&#10;Descrição gerada com confiança muito alta">
            <a:extLst>
              <a:ext uri="{FF2B5EF4-FFF2-40B4-BE49-F238E27FC236}">
                <a16:creationId xmlns:a16="http://schemas.microsoft.com/office/drawing/2014/main" id="{1F6620B3-D527-4713-A72D-95188F4EA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88" y="1163672"/>
            <a:ext cx="6112382" cy="45231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29A22DC-3FFC-45B8-8790-CDC4BFF1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Diagrama de blocos</a:t>
            </a:r>
          </a:p>
        </p:txBody>
      </p:sp>
    </p:spTree>
    <p:extLst>
      <p:ext uri="{BB962C8B-B14F-4D97-AF65-F5344CB8AC3E}">
        <p14:creationId xmlns:p14="http://schemas.microsoft.com/office/powerpoint/2010/main" val="1219198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F67CC9-D773-4B4B-8A55-D5DAEC341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00A54D-0CF9-48AC-8808-D617DCAE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pt-PT"/>
              <a:t>Segmentação do projeto</a:t>
            </a:r>
          </a:p>
        </p:txBody>
      </p:sp>
      <p:graphicFrame>
        <p:nvGraphicFramePr>
          <p:cNvPr id="7" name="Marcador de Posição de Conteúdo 2">
            <a:extLst>
              <a:ext uri="{FF2B5EF4-FFF2-40B4-BE49-F238E27FC236}">
                <a16:creationId xmlns:a16="http://schemas.microsoft.com/office/drawing/2014/main" id="{AC077D01-10FD-4AF6-9242-85BEB22E59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730534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359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94A365A7-6D57-4289-A105-54DD3D613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9792353-AC70-4BE6-9AE4-7E922C29E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0EA7724-ADAD-44C8-B37F-8EFBBEB14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31" name="Rectangle 5">
                <a:extLst>
                  <a:ext uri="{FF2B5EF4-FFF2-40B4-BE49-F238E27FC236}">
                    <a16:creationId xmlns:a16="http://schemas.microsoft.com/office/drawing/2014/main" id="{3F0AB16A-E0BB-418D-B03A-45735290CE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6">
                <a:extLst>
                  <a:ext uri="{FF2B5EF4-FFF2-40B4-BE49-F238E27FC236}">
                    <a16:creationId xmlns:a16="http://schemas.microsoft.com/office/drawing/2014/main" id="{060D63CF-06A0-4A7C-8C00-08C42B20A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7">
                <a:extLst>
                  <a:ext uri="{FF2B5EF4-FFF2-40B4-BE49-F238E27FC236}">
                    <a16:creationId xmlns:a16="http://schemas.microsoft.com/office/drawing/2014/main" id="{7D84B799-4B6C-4C90-A837-99B5E5743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8">
                <a:extLst>
                  <a:ext uri="{FF2B5EF4-FFF2-40B4-BE49-F238E27FC236}">
                    <a16:creationId xmlns:a16="http://schemas.microsoft.com/office/drawing/2014/main" id="{C1E68128-D8D7-444C-B5A9-9A690609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9">
                <a:extLst>
                  <a:ext uri="{FF2B5EF4-FFF2-40B4-BE49-F238E27FC236}">
                    <a16:creationId xmlns:a16="http://schemas.microsoft.com/office/drawing/2014/main" id="{4D91D478-C5F4-40B7-B603-3713BEE0BD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0">
                <a:extLst>
                  <a:ext uri="{FF2B5EF4-FFF2-40B4-BE49-F238E27FC236}">
                    <a16:creationId xmlns:a16="http://schemas.microsoft.com/office/drawing/2014/main" id="{6E80142A-ED06-41E5-B5AA-E0C18C935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1">
                <a:extLst>
                  <a:ext uri="{FF2B5EF4-FFF2-40B4-BE49-F238E27FC236}">
                    <a16:creationId xmlns:a16="http://schemas.microsoft.com/office/drawing/2014/main" id="{171E29D8-8DB0-46F6-8667-629F76B24D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2">
                <a:extLst>
                  <a:ext uri="{FF2B5EF4-FFF2-40B4-BE49-F238E27FC236}">
                    <a16:creationId xmlns:a16="http://schemas.microsoft.com/office/drawing/2014/main" id="{3457B9D2-01CC-4E18-8B58-329D8A570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3">
                <a:extLst>
                  <a:ext uri="{FF2B5EF4-FFF2-40B4-BE49-F238E27FC236}">
                    <a16:creationId xmlns:a16="http://schemas.microsoft.com/office/drawing/2014/main" id="{0F2F2DEC-0353-471B-932D-72CDB90F8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14">
                <a:extLst>
                  <a:ext uri="{FF2B5EF4-FFF2-40B4-BE49-F238E27FC236}">
                    <a16:creationId xmlns:a16="http://schemas.microsoft.com/office/drawing/2014/main" id="{32468522-DDB1-4FE2-8C9C-F15F256D1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15">
                <a:extLst>
                  <a:ext uri="{FF2B5EF4-FFF2-40B4-BE49-F238E27FC236}">
                    <a16:creationId xmlns:a16="http://schemas.microsoft.com/office/drawing/2014/main" id="{3F21FFD4-4406-4D55-AFFB-6152DEEED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Line 16">
                <a:extLst>
                  <a:ext uri="{FF2B5EF4-FFF2-40B4-BE49-F238E27FC236}">
                    <a16:creationId xmlns:a16="http://schemas.microsoft.com/office/drawing/2014/main" id="{50BEA9E7-B1B4-42D7-8451-B24099DCA1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43" name="Freeform 17">
                <a:extLst>
                  <a:ext uri="{FF2B5EF4-FFF2-40B4-BE49-F238E27FC236}">
                    <a16:creationId xmlns:a16="http://schemas.microsoft.com/office/drawing/2014/main" id="{306C7B0F-45A4-4CA6-B89D-0364A6348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18">
                <a:extLst>
                  <a:ext uri="{FF2B5EF4-FFF2-40B4-BE49-F238E27FC236}">
                    <a16:creationId xmlns:a16="http://schemas.microsoft.com/office/drawing/2014/main" id="{14D19083-9FDB-41E1-9BB0-B589D111F2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19">
                <a:extLst>
                  <a:ext uri="{FF2B5EF4-FFF2-40B4-BE49-F238E27FC236}">
                    <a16:creationId xmlns:a16="http://schemas.microsoft.com/office/drawing/2014/main" id="{01547068-706A-4888-80A5-162B8A782A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0">
                <a:extLst>
                  <a:ext uri="{FF2B5EF4-FFF2-40B4-BE49-F238E27FC236}">
                    <a16:creationId xmlns:a16="http://schemas.microsoft.com/office/drawing/2014/main" id="{C0B6F12E-2691-45CC-948E-C2E8D14812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Rectangle 21">
                <a:extLst>
                  <a:ext uri="{FF2B5EF4-FFF2-40B4-BE49-F238E27FC236}">
                    <a16:creationId xmlns:a16="http://schemas.microsoft.com/office/drawing/2014/main" id="{239A38B8-371F-4F25-85D0-5E614BC467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2">
                <a:extLst>
                  <a:ext uri="{FF2B5EF4-FFF2-40B4-BE49-F238E27FC236}">
                    <a16:creationId xmlns:a16="http://schemas.microsoft.com/office/drawing/2014/main" id="{45AE8C57-D7A6-4A99-993E-78C2497A5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3">
                <a:extLst>
                  <a:ext uri="{FF2B5EF4-FFF2-40B4-BE49-F238E27FC236}">
                    <a16:creationId xmlns:a16="http://schemas.microsoft.com/office/drawing/2014/main" id="{1BD0D4FB-0CCE-4FF3-8F2F-B4B0904F90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4">
                <a:extLst>
                  <a:ext uri="{FF2B5EF4-FFF2-40B4-BE49-F238E27FC236}">
                    <a16:creationId xmlns:a16="http://schemas.microsoft.com/office/drawing/2014/main" id="{C1D4C7ED-B13C-4F45-B979-E7AEB1EBAC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25">
                <a:extLst>
                  <a:ext uri="{FF2B5EF4-FFF2-40B4-BE49-F238E27FC236}">
                    <a16:creationId xmlns:a16="http://schemas.microsoft.com/office/drawing/2014/main" id="{0752481D-DD0A-42C8-8B15-B75FC7490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26">
                <a:extLst>
                  <a:ext uri="{FF2B5EF4-FFF2-40B4-BE49-F238E27FC236}">
                    <a16:creationId xmlns:a16="http://schemas.microsoft.com/office/drawing/2014/main" id="{A1C195FC-980C-4F95-88FD-CF3A45CE08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3" name="Freeform 27">
                <a:extLst>
                  <a:ext uri="{FF2B5EF4-FFF2-40B4-BE49-F238E27FC236}">
                    <a16:creationId xmlns:a16="http://schemas.microsoft.com/office/drawing/2014/main" id="{BD241824-1E54-4DDD-9712-2BF3CE5824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4" name="Freeform 28">
                <a:extLst>
                  <a:ext uri="{FF2B5EF4-FFF2-40B4-BE49-F238E27FC236}">
                    <a16:creationId xmlns:a16="http://schemas.microsoft.com/office/drawing/2014/main" id="{145D54B8-E5E6-4987-AB4F-FFEDD6E20F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5" name="Freeform 29">
                <a:extLst>
                  <a:ext uri="{FF2B5EF4-FFF2-40B4-BE49-F238E27FC236}">
                    <a16:creationId xmlns:a16="http://schemas.microsoft.com/office/drawing/2014/main" id="{8BA03674-54BD-4501-A75E-9685529502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6" name="Freeform 30">
                <a:extLst>
                  <a:ext uri="{FF2B5EF4-FFF2-40B4-BE49-F238E27FC236}">
                    <a16:creationId xmlns:a16="http://schemas.microsoft.com/office/drawing/2014/main" id="{E50DCCDE-5C51-45C5-9659-2A865F0050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7" name="Freeform 31">
                <a:extLst>
                  <a:ext uri="{FF2B5EF4-FFF2-40B4-BE49-F238E27FC236}">
                    <a16:creationId xmlns:a16="http://schemas.microsoft.com/office/drawing/2014/main" id="{DCCF7DDF-E535-404A-81BB-61417E5239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E91C434-E388-4D48-9917-9AE630256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21" name="Freeform 32">
                <a:extLst>
                  <a:ext uri="{FF2B5EF4-FFF2-40B4-BE49-F238E27FC236}">
                    <a16:creationId xmlns:a16="http://schemas.microsoft.com/office/drawing/2014/main" id="{F5D388D0-7A41-45F0-AB12-3A9622774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3">
                <a:extLst>
                  <a:ext uri="{FF2B5EF4-FFF2-40B4-BE49-F238E27FC236}">
                    <a16:creationId xmlns:a16="http://schemas.microsoft.com/office/drawing/2014/main" id="{0123EDF4-BFBD-4371-8104-24F8DDAAFC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4">
                <a:extLst>
                  <a:ext uri="{FF2B5EF4-FFF2-40B4-BE49-F238E27FC236}">
                    <a16:creationId xmlns:a16="http://schemas.microsoft.com/office/drawing/2014/main" id="{F741C99C-0A10-4F3B-B187-C4FF02B4A4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35">
                <a:extLst>
                  <a:ext uri="{FF2B5EF4-FFF2-40B4-BE49-F238E27FC236}">
                    <a16:creationId xmlns:a16="http://schemas.microsoft.com/office/drawing/2014/main" id="{F1E20C27-3188-424E-9787-8FAF9D3D18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51B7CCC5-E5E7-4845-AE72-2942920AA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37">
                <a:extLst>
                  <a:ext uri="{FF2B5EF4-FFF2-40B4-BE49-F238E27FC236}">
                    <a16:creationId xmlns:a16="http://schemas.microsoft.com/office/drawing/2014/main" id="{9386B7EF-C575-48F1-8C9F-7B5253D473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6484B749-5D2D-4E13-AE9A-E5E7A02988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39">
                <a:extLst>
                  <a:ext uri="{FF2B5EF4-FFF2-40B4-BE49-F238E27FC236}">
                    <a16:creationId xmlns:a16="http://schemas.microsoft.com/office/drawing/2014/main" id="{FD732B21-4921-4F89-A8EE-8DF3BBB45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40">
                <a:extLst>
                  <a:ext uri="{FF2B5EF4-FFF2-40B4-BE49-F238E27FC236}">
                    <a16:creationId xmlns:a16="http://schemas.microsoft.com/office/drawing/2014/main" id="{DB08B5A6-3F7A-4786-A611-F4CE6F5CCE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Rectangle 41">
                <a:extLst>
                  <a:ext uri="{FF2B5EF4-FFF2-40B4-BE49-F238E27FC236}">
                    <a16:creationId xmlns:a16="http://schemas.microsoft.com/office/drawing/2014/main" id="{DE58FD5B-F289-450F-B572-73F33BB2D8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59" name="Round Single Corner Rectangle 14">
            <a:extLst>
              <a:ext uri="{FF2B5EF4-FFF2-40B4-BE49-F238E27FC236}">
                <a16:creationId xmlns:a16="http://schemas.microsoft.com/office/drawing/2014/main" id="{4E9871E6-D04F-4B2A-97F8-8114818A5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4973" y="808058"/>
            <a:ext cx="2559744" cy="2536764"/>
          </a:xfrm>
          <a:prstGeom prst="round1Rect">
            <a:avLst>
              <a:gd name="adj" fmla="val 6363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F65B36A-DC80-4846-8128-BAC9EFB1E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880" y="1118771"/>
            <a:ext cx="1915339" cy="1915339"/>
          </a:xfrm>
          <a:prstGeom prst="rect">
            <a:avLst/>
          </a:prstGeom>
        </p:spPr>
      </p:pic>
      <p:sp>
        <p:nvSpPr>
          <p:cNvPr id="61" name="Round Diagonal Corner Rectangle 12">
            <a:extLst>
              <a:ext uri="{FF2B5EF4-FFF2-40B4-BE49-F238E27FC236}">
                <a16:creationId xmlns:a16="http://schemas.microsoft.com/office/drawing/2014/main" id="{A4E197B8-5938-4AA8-A99C-1121C45CE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5582" y="807934"/>
            <a:ext cx="2565764" cy="2536763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 Diagonal Corner Rectangle 13">
            <a:extLst>
              <a:ext uri="{FF2B5EF4-FFF2-40B4-BE49-F238E27FC236}">
                <a16:creationId xmlns:a16="http://schemas.microsoft.com/office/drawing/2014/main" id="{D9F4786A-AEC5-4972-912D-B20024DFB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3" y="3505687"/>
            <a:ext cx="2565764" cy="2536763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44F047D-0127-4F8A-BAFA-D77E9FF81F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973" y="1350917"/>
            <a:ext cx="1929384" cy="1447037"/>
          </a:xfrm>
          <a:prstGeom prst="rect">
            <a:avLst/>
          </a:prstGeom>
        </p:spPr>
      </p:pic>
      <p:sp>
        <p:nvSpPr>
          <p:cNvPr id="65" name="Round Single Corner Rectangle 15">
            <a:extLst>
              <a:ext uri="{FF2B5EF4-FFF2-40B4-BE49-F238E27FC236}">
                <a16:creationId xmlns:a16="http://schemas.microsoft.com/office/drawing/2014/main" id="{6B49473A-F9BE-4238-A820-C396723F4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525582" y="3505686"/>
            <a:ext cx="2559743" cy="2536763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C2644B-4055-4E0C-BD08-A6059EC6F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761" y="4524691"/>
            <a:ext cx="1929384" cy="49875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B9AFD81-7C76-4A3C-8A8B-FEA438FD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Condicionamento de sinal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D64699-F1AE-4574-9568-8B1DA4696092}"/>
              </a:ext>
            </a:extLst>
          </p:cNvPr>
          <p:cNvSpPr txBox="1"/>
          <p:nvPr/>
        </p:nvSpPr>
        <p:spPr>
          <a:xfrm>
            <a:off x="6569957" y="2249487"/>
            <a:ext cx="4747087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Sensores</a:t>
            </a:r>
            <a:r>
              <a:rPr lang="en-US" sz="2400" dirty="0"/>
              <a:t> </a:t>
            </a:r>
            <a:r>
              <a:rPr lang="en-US" sz="2400" dirty="0" err="1"/>
              <a:t>utilizados</a:t>
            </a:r>
            <a:endParaRPr lang="en-US" sz="2400" dirty="0"/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Limitações</a:t>
            </a:r>
            <a:endParaRPr lang="en-US" sz="2400" dirty="0"/>
          </a:p>
        </p:txBody>
      </p:sp>
      <p:pic>
        <p:nvPicPr>
          <p:cNvPr id="5" name="Imagem 4" descr="Uma imagem com texto, mapa&#10;&#10;Descrição gerada com confiança muito alta">
            <a:extLst>
              <a:ext uri="{FF2B5EF4-FFF2-40B4-BE49-F238E27FC236}">
                <a16:creationId xmlns:a16="http://schemas.microsoft.com/office/drawing/2014/main" id="{2976A880-C7B1-4538-A0FC-EA31267609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880" y="3944815"/>
            <a:ext cx="1929384" cy="149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0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>
            <a:extLst>
              <a:ext uri="{FF2B5EF4-FFF2-40B4-BE49-F238E27FC236}">
                <a16:creationId xmlns:a16="http://schemas.microsoft.com/office/drawing/2014/main" id="{750F22CC-70D2-4C17-80D3-1BBA3625C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0A985134-22BF-423A-A2A6-F2F343AF5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2A4A078-1B79-4A97-A940-D21001623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76" name="Rectangle 5">
                <a:extLst>
                  <a:ext uri="{FF2B5EF4-FFF2-40B4-BE49-F238E27FC236}">
                    <a16:creationId xmlns:a16="http://schemas.microsoft.com/office/drawing/2014/main" id="{FD4AFD55-ED3A-41BC-9AA1-DF5A721CE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7" name="Freeform 6">
                <a:extLst>
                  <a:ext uri="{FF2B5EF4-FFF2-40B4-BE49-F238E27FC236}">
                    <a16:creationId xmlns:a16="http://schemas.microsoft.com/office/drawing/2014/main" id="{092E8627-E812-4469-98BF-E05F53450B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8" name="Freeform 7">
                <a:extLst>
                  <a:ext uri="{FF2B5EF4-FFF2-40B4-BE49-F238E27FC236}">
                    <a16:creationId xmlns:a16="http://schemas.microsoft.com/office/drawing/2014/main" id="{769F0E0D-3726-4C38-981A-6C74FC966A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9" name="Freeform 8">
                <a:extLst>
                  <a:ext uri="{FF2B5EF4-FFF2-40B4-BE49-F238E27FC236}">
                    <a16:creationId xmlns:a16="http://schemas.microsoft.com/office/drawing/2014/main" id="{F13097C8-587F-4DA4-92AF-A8CE02326D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0" name="Freeform 9">
                <a:extLst>
                  <a:ext uri="{FF2B5EF4-FFF2-40B4-BE49-F238E27FC236}">
                    <a16:creationId xmlns:a16="http://schemas.microsoft.com/office/drawing/2014/main" id="{08F97234-8EAB-4A78-86C1-9E74F00608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730500F4-5234-4E2A-9653-A36C83C027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7010F884-334B-4882-9CCA-674C03DBD7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4C07BC75-E696-4594-B08E-FE92B8395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91696B47-4021-4D2C-B67C-9A881BB623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D6F690F4-1A2A-4C8F-8609-3E5FE925D8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6" name="Freeform 15">
                <a:extLst>
                  <a:ext uri="{FF2B5EF4-FFF2-40B4-BE49-F238E27FC236}">
                    <a16:creationId xmlns:a16="http://schemas.microsoft.com/office/drawing/2014/main" id="{5C599374-FB77-4DD7-B710-FE7C81C3B1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7" name="Line 16">
                <a:extLst>
                  <a:ext uri="{FF2B5EF4-FFF2-40B4-BE49-F238E27FC236}">
                    <a16:creationId xmlns:a16="http://schemas.microsoft.com/office/drawing/2014/main" id="{2727F4B7-6E6F-4AB5-AFAF-E573C1453C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88" name="Freeform 17">
                <a:extLst>
                  <a:ext uri="{FF2B5EF4-FFF2-40B4-BE49-F238E27FC236}">
                    <a16:creationId xmlns:a16="http://schemas.microsoft.com/office/drawing/2014/main" id="{FF6DAEB1-10FA-4201-B4BB-A9A9FC81D8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9" name="Freeform 18">
                <a:extLst>
                  <a:ext uri="{FF2B5EF4-FFF2-40B4-BE49-F238E27FC236}">
                    <a16:creationId xmlns:a16="http://schemas.microsoft.com/office/drawing/2014/main" id="{11857407-B4F5-40C9-A66A-D7B0F5BFA1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0" name="Freeform 19">
                <a:extLst>
                  <a:ext uri="{FF2B5EF4-FFF2-40B4-BE49-F238E27FC236}">
                    <a16:creationId xmlns:a16="http://schemas.microsoft.com/office/drawing/2014/main" id="{0121BBFB-CFAA-408C-BB39-251D4B8A2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1" name="Freeform 20">
                <a:extLst>
                  <a:ext uri="{FF2B5EF4-FFF2-40B4-BE49-F238E27FC236}">
                    <a16:creationId xmlns:a16="http://schemas.microsoft.com/office/drawing/2014/main" id="{C8B3F132-5F7B-4C3D-B21E-F51699E66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" name="Rectangle 21">
                <a:extLst>
                  <a:ext uri="{FF2B5EF4-FFF2-40B4-BE49-F238E27FC236}">
                    <a16:creationId xmlns:a16="http://schemas.microsoft.com/office/drawing/2014/main" id="{BC251213-FDEA-4B4E-95F7-76703A396B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CA08FF81-A9C9-4C5C-8D2B-933325F8AE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4" name="Freeform 23">
                <a:extLst>
                  <a:ext uri="{FF2B5EF4-FFF2-40B4-BE49-F238E27FC236}">
                    <a16:creationId xmlns:a16="http://schemas.microsoft.com/office/drawing/2014/main" id="{DF86DBED-83D8-43E9-8EBD-016ADEFB5A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5" name="Freeform 24">
                <a:extLst>
                  <a:ext uri="{FF2B5EF4-FFF2-40B4-BE49-F238E27FC236}">
                    <a16:creationId xmlns:a16="http://schemas.microsoft.com/office/drawing/2014/main" id="{C35AB152-BA73-4B5E-8536-FBE46B634D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6" name="Freeform 25">
                <a:extLst>
                  <a:ext uri="{FF2B5EF4-FFF2-40B4-BE49-F238E27FC236}">
                    <a16:creationId xmlns:a16="http://schemas.microsoft.com/office/drawing/2014/main" id="{C19BD6D1-4FB0-4BC3-8555-25E4B46C75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7" name="Freeform 26">
                <a:extLst>
                  <a:ext uri="{FF2B5EF4-FFF2-40B4-BE49-F238E27FC236}">
                    <a16:creationId xmlns:a16="http://schemas.microsoft.com/office/drawing/2014/main" id="{DD33B4C3-404C-4455-9286-60D7609082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8" name="Freeform 27">
                <a:extLst>
                  <a:ext uri="{FF2B5EF4-FFF2-40B4-BE49-F238E27FC236}">
                    <a16:creationId xmlns:a16="http://schemas.microsoft.com/office/drawing/2014/main" id="{75421056-609F-49D9-BE10-16CEE96E0E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9" name="Freeform 28">
                <a:extLst>
                  <a:ext uri="{FF2B5EF4-FFF2-40B4-BE49-F238E27FC236}">
                    <a16:creationId xmlns:a16="http://schemas.microsoft.com/office/drawing/2014/main" id="{6E67C93B-18C4-484A-B156-51E4D43E86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0" name="Freeform 29">
                <a:extLst>
                  <a:ext uri="{FF2B5EF4-FFF2-40B4-BE49-F238E27FC236}">
                    <a16:creationId xmlns:a16="http://schemas.microsoft.com/office/drawing/2014/main" id="{9AC2C848-B794-484E-BCB3-0B8C2ADCB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1" name="Freeform 30">
                <a:extLst>
                  <a:ext uri="{FF2B5EF4-FFF2-40B4-BE49-F238E27FC236}">
                    <a16:creationId xmlns:a16="http://schemas.microsoft.com/office/drawing/2014/main" id="{B4643A20-E0FF-4A2D-B444-7717A0EA5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2" name="Freeform 31">
                <a:extLst>
                  <a:ext uri="{FF2B5EF4-FFF2-40B4-BE49-F238E27FC236}">
                    <a16:creationId xmlns:a16="http://schemas.microsoft.com/office/drawing/2014/main" id="{CD2463F0-9378-4331-B741-309F7E72B8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44C7A02-F2C4-4D59-A0AA-1CD2319FD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66" name="Freeform 32">
                <a:extLst>
                  <a:ext uri="{FF2B5EF4-FFF2-40B4-BE49-F238E27FC236}">
                    <a16:creationId xmlns:a16="http://schemas.microsoft.com/office/drawing/2014/main" id="{3733EE7C-CEAF-4D7B-A74B-91EA35B59D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7" name="Freeform 33">
                <a:extLst>
                  <a:ext uri="{FF2B5EF4-FFF2-40B4-BE49-F238E27FC236}">
                    <a16:creationId xmlns:a16="http://schemas.microsoft.com/office/drawing/2014/main" id="{FCEADC69-765D-4B1B-931D-065BA5081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8" name="Freeform 34">
                <a:extLst>
                  <a:ext uri="{FF2B5EF4-FFF2-40B4-BE49-F238E27FC236}">
                    <a16:creationId xmlns:a16="http://schemas.microsoft.com/office/drawing/2014/main" id="{A63E2E00-2FB5-4520-AF79-67A79DF453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9" name="Freeform 35">
                <a:extLst>
                  <a:ext uri="{FF2B5EF4-FFF2-40B4-BE49-F238E27FC236}">
                    <a16:creationId xmlns:a16="http://schemas.microsoft.com/office/drawing/2014/main" id="{8052C681-43F5-466B-A9DF-B9ACBCC533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0" name="Freeform 36">
                <a:extLst>
                  <a:ext uri="{FF2B5EF4-FFF2-40B4-BE49-F238E27FC236}">
                    <a16:creationId xmlns:a16="http://schemas.microsoft.com/office/drawing/2014/main" id="{9194373C-B4AF-4CE1-BB0A-4FDEB47461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1" name="Freeform 37">
                <a:extLst>
                  <a:ext uri="{FF2B5EF4-FFF2-40B4-BE49-F238E27FC236}">
                    <a16:creationId xmlns:a16="http://schemas.microsoft.com/office/drawing/2014/main" id="{87EE9E89-95B4-4F69-A99A-8A2B9E218C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2" name="Freeform 38">
                <a:extLst>
                  <a:ext uri="{FF2B5EF4-FFF2-40B4-BE49-F238E27FC236}">
                    <a16:creationId xmlns:a16="http://schemas.microsoft.com/office/drawing/2014/main" id="{DCB01B66-EF5E-496D-A847-14DBAE89B0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3" name="Freeform 39">
                <a:extLst>
                  <a:ext uri="{FF2B5EF4-FFF2-40B4-BE49-F238E27FC236}">
                    <a16:creationId xmlns:a16="http://schemas.microsoft.com/office/drawing/2014/main" id="{D5A0D99A-D603-4E53-9B56-9FEC2F10DC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4" name="Freeform 40">
                <a:extLst>
                  <a:ext uri="{FF2B5EF4-FFF2-40B4-BE49-F238E27FC236}">
                    <a16:creationId xmlns:a16="http://schemas.microsoft.com/office/drawing/2014/main" id="{0E448CA9-2659-4CED-8952-86B65BE338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5" name="Rectangle 41">
                <a:extLst>
                  <a:ext uri="{FF2B5EF4-FFF2-40B4-BE49-F238E27FC236}">
                    <a16:creationId xmlns:a16="http://schemas.microsoft.com/office/drawing/2014/main" id="{F545C3CD-1247-4037-B34A-D2A54B9395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p14="http://schemas.microsoft.com/office/powerpoint/2010/main"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104" name="Round Single Corner Rectangle 14">
            <a:extLst>
              <a:ext uri="{FF2B5EF4-FFF2-40B4-BE49-F238E27FC236}">
                <a16:creationId xmlns:a16="http://schemas.microsoft.com/office/drawing/2014/main" id="{C3B4F54E-7990-451A-97A0-BC0D884DC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4973" y="808058"/>
            <a:ext cx="5280353" cy="2536764"/>
          </a:xfrm>
          <a:prstGeom prst="round1Rect">
            <a:avLst>
              <a:gd name="adj" fmla="val 6363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Uma imagem com texto, mapa&#10;&#10;Descrição gerada com confiança muito alta">
            <a:extLst>
              <a:ext uri="{FF2B5EF4-FFF2-40B4-BE49-F238E27FC236}">
                <a16:creationId xmlns:a16="http://schemas.microsoft.com/office/drawing/2014/main" id="{1E9A7056-AF98-4D09-BEB2-1AE0ABA0B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379" y="1118771"/>
            <a:ext cx="2837539" cy="1915339"/>
          </a:xfrm>
          <a:prstGeom prst="rect">
            <a:avLst/>
          </a:prstGeom>
        </p:spPr>
      </p:pic>
      <p:sp>
        <p:nvSpPr>
          <p:cNvPr id="106" name="Round Diagonal Corner Rectangle 13">
            <a:extLst>
              <a:ext uri="{FF2B5EF4-FFF2-40B4-BE49-F238E27FC236}">
                <a16:creationId xmlns:a16="http://schemas.microsoft.com/office/drawing/2014/main" id="{C8D9524F-A666-4700-A943-1294A0250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3" y="3505687"/>
            <a:ext cx="2565764" cy="2536763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Uma imagem com texto&#10;&#10;Descrição gerada com confiança alta">
            <a:extLst>
              <a:ext uri="{FF2B5EF4-FFF2-40B4-BE49-F238E27FC236}">
                <a16:creationId xmlns:a16="http://schemas.microsoft.com/office/drawing/2014/main" id="{677D65E4-2525-46F2-A374-CDBAA5814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855" y="3827664"/>
            <a:ext cx="1911959" cy="1892808"/>
          </a:xfrm>
          <a:prstGeom prst="rect">
            <a:avLst/>
          </a:prstGeom>
        </p:spPr>
      </p:pic>
      <p:sp>
        <p:nvSpPr>
          <p:cNvPr id="108" name="Round Single Corner Rectangle 15">
            <a:extLst>
              <a:ext uri="{FF2B5EF4-FFF2-40B4-BE49-F238E27FC236}">
                <a16:creationId xmlns:a16="http://schemas.microsoft.com/office/drawing/2014/main" id="{CC9B1647-AC14-4D74-94F1-8D7EC1D22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3525582" y="3505686"/>
            <a:ext cx="2559743" cy="2536763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FE73885-18C1-4F1F-AB3D-7165786C01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761" y="4064735"/>
            <a:ext cx="1929384" cy="14186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84ED953-CBA9-4C03-B04D-3C9CA168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Condicionamento</a:t>
            </a:r>
            <a:r>
              <a:rPr lang="en-US" dirty="0"/>
              <a:t> do </a:t>
            </a:r>
            <a:r>
              <a:rPr lang="en-US" dirty="0" err="1"/>
              <a:t>sinal</a:t>
            </a:r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64A640-3CD0-4923-A9AA-D34F0A936D55}"/>
              </a:ext>
            </a:extLst>
          </p:cNvPr>
          <p:cNvSpPr txBox="1"/>
          <p:nvPr/>
        </p:nvSpPr>
        <p:spPr>
          <a:xfrm>
            <a:off x="6569957" y="2249487"/>
            <a:ext cx="4747087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6286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Linearização</a:t>
            </a:r>
            <a:r>
              <a:rPr lang="en-US" sz="2400" dirty="0"/>
              <a:t> e </a:t>
            </a:r>
            <a:r>
              <a:rPr lang="en-US" sz="2400" dirty="0" err="1"/>
              <a:t>limitação</a:t>
            </a:r>
            <a:r>
              <a:rPr lang="en-US" sz="2400" dirty="0"/>
              <a:t> do </a:t>
            </a:r>
            <a:r>
              <a:rPr lang="en-US" sz="2400" dirty="0" err="1"/>
              <a:t>sinal</a:t>
            </a:r>
            <a:r>
              <a:rPr lang="en-US" sz="2400" dirty="0"/>
              <a:t> </a:t>
            </a:r>
            <a:r>
              <a:rPr lang="en-US" sz="2400" dirty="0" err="1"/>
              <a:t>analógico</a:t>
            </a:r>
            <a:endParaRPr lang="en-US" sz="2400" dirty="0"/>
          </a:p>
          <a:p>
            <a:pPr marL="62865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400" dirty="0" err="1"/>
              <a:t>Erros</a:t>
            </a:r>
            <a:r>
              <a:rPr lang="en-US" sz="2400" dirty="0"/>
              <a:t>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4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A725256B-14D4-4D13-99C3-67DB4DB08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3B162F2-B930-47F6-A9DC-B50E36454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6D0E7CA2-3FE6-4654-9900-A471C1312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5AD5E0D-76E5-49B6-BC6B-0E05F9F60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C9EF950-31D2-48DF-ACA2-E34AD353D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DE78A160-3564-432F-B8BC-5656867D3B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476DB23F-8033-45F5-9922-F7858DA4F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4069CC88-3CCB-4F31-9416-7C8B4AFB0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4AEDE138-84AE-45BA-BCE8-0F9F2E3CE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81F00943-F4AD-44CD-B70E-46DA96894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4BE68431-6001-4AB1-BC5C-E94999B20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967C9189-F86F-4CE3-8D31-D23227B59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B2449D7-EFEF-475B-A5C0-A40D374A3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34D92C4F-DD4F-4D85-8BC6-FCE6AB5A6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A4AAAF9D-16BC-4DA1-A813-FC37F1829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83BF3428-5CAD-4606-8F85-07BE0D1D5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53DFE6DE-47E4-4F4B-8A42-AD863AADC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28F69E0A-4B2A-436B-AD31-98BA8354B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C509CD92-F0C1-48BB-BF1A-63522FDC1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3A98D60C-77A4-42AF-B86D-48F7C9AB1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56DCCB48-D8A9-40A6-B68C-43A35C0E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4">
              <a:extLst>
                <a:ext uri="{FF2B5EF4-FFF2-40B4-BE49-F238E27FC236}">
                  <a16:creationId xmlns:a16="http://schemas.microsoft.com/office/drawing/2014/main" id="{133E4DA3-90B9-416E-A5CE-D9C5661A2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id="{AE3DA917-3C00-46A1-8D21-F61A371B6C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id="{96B1C7DA-E795-4A0B-8924-D205BD6C0F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id="{FEBAF99F-3686-45F0-8401-882C3ABC1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8">
              <a:extLst>
                <a:ext uri="{FF2B5EF4-FFF2-40B4-BE49-F238E27FC236}">
                  <a16:creationId xmlns:a16="http://schemas.microsoft.com/office/drawing/2014/main" id="{58211079-9C36-4253-852F-95B3ABA2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9">
              <a:extLst>
                <a:ext uri="{FF2B5EF4-FFF2-40B4-BE49-F238E27FC236}">
                  <a16:creationId xmlns:a16="http://schemas.microsoft.com/office/drawing/2014/main" id="{1FE74215-6F2F-4A03-9CC7-523029CD6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0">
              <a:extLst>
                <a:ext uri="{FF2B5EF4-FFF2-40B4-BE49-F238E27FC236}">
                  <a16:creationId xmlns:a16="http://schemas.microsoft.com/office/drawing/2014/main" id="{4476ED71-2A5C-4F27-9FFB-F1E6B5129E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8267D7F5-A20A-4609-B63A-62ED63F84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E6AFB22C-4FCF-45A6-BF31-9540A6F34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Rectangle 33">
              <a:extLst>
                <a:ext uri="{FF2B5EF4-FFF2-40B4-BE49-F238E27FC236}">
                  <a16:creationId xmlns:a16="http://schemas.microsoft.com/office/drawing/2014/main" id="{DB317745-3841-4AD5-8FC4-511A5D10F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6D3BA348-0C90-4EE6-A16C-D17E90187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5">
              <a:extLst>
                <a:ext uri="{FF2B5EF4-FFF2-40B4-BE49-F238E27FC236}">
                  <a16:creationId xmlns:a16="http://schemas.microsoft.com/office/drawing/2014/main" id="{B3FAA4DB-6C54-4C44-8BBF-AE205CE59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6">
              <a:extLst>
                <a:ext uri="{FF2B5EF4-FFF2-40B4-BE49-F238E27FC236}">
                  <a16:creationId xmlns:a16="http://schemas.microsoft.com/office/drawing/2014/main" id="{097CA9F8-5865-4D17-A051-172DDDD89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37">
              <a:extLst>
                <a:ext uri="{FF2B5EF4-FFF2-40B4-BE49-F238E27FC236}">
                  <a16:creationId xmlns:a16="http://schemas.microsoft.com/office/drawing/2014/main" id="{2C296192-B697-47A2-AC95-FC8641268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38">
              <a:extLst>
                <a:ext uri="{FF2B5EF4-FFF2-40B4-BE49-F238E27FC236}">
                  <a16:creationId xmlns:a16="http://schemas.microsoft.com/office/drawing/2014/main" id="{9C9AD537-B004-4991-9A8B-ECF72AF63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39">
              <a:extLst>
                <a:ext uri="{FF2B5EF4-FFF2-40B4-BE49-F238E27FC236}">
                  <a16:creationId xmlns:a16="http://schemas.microsoft.com/office/drawing/2014/main" id="{9DF274C3-D204-4FB8-9209-BDB30F99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0">
              <a:extLst>
                <a:ext uri="{FF2B5EF4-FFF2-40B4-BE49-F238E27FC236}">
                  <a16:creationId xmlns:a16="http://schemas.microsoft.com/office/drawing/2014/main" id="{4909F4FF-54C5-43F7-8753-91D003503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1">
              <a:extLst>
                <a:ext uri="{FF2B5EF4-FFF2-40B4-BE49-F238E27FC236}">
                  <a16:creationId xmlns:a16="http://schemas.microsoft.com/office/drawing/2014/main" id="{5FE19BB2-6FAC-4FF4-BE92-30D8A3C02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2">
              <a:extLst>
                <a:ext uri="{FF2B5EF4-FFF2-40B4-BE49-F238E27FC236}">
                  <a16:creationId xmlns:a16="http://schemas.microsoft.com/office/drawing/2014/main" id="{C52D5DC1-58EE-4153-825A-B09C698C3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3">
              <a:extLst>
                <a:ext uri="{FF2B5EF4-FFF2-40B4-BE49-F238E27FC236}">
                  <a16:creationId xmlns:a16="http://schemas.microsoft.com/office/drawing/2014/main" id="{81A663EF-73E5-477B-91AD-18FA889DD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B4DBBF7D-8C34-4013-A287-BFEC000387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Rectangle 45">
              <a:extLst>
                <a:ext uri="{FF2B5EF4-FFF2-40B4-BE49-F238E27FC236}">
                  <a16:creationId xmlns:a16="http://schemas.microsoft.com/office/drawing/2014/main" id="{5EDAC163-083A-4AEE-80D6-E9774E160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F898E171-D099-48A5-B01A-D8CC6DED22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AB23D959-BC81-4FD8-BED8-3AB7910673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64CA4034-86BB-4E4B-8BDE-F144EFD66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8D8C2377-2A01-46E3-B448-BC68296A8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0">
              <a:extLst>
                <a:ext uri="{FF2B5EF4-FFF2-40B4-BE49-F238E27FC236}">
                  <a16:creationId xmlns:a16="http://schemas.microsoft.com/office/drawing/2014/main" id="{9C241A62-FC0D-442C-848E-2CE07E78F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1">
              <a:extLst>
                <a:ext uri="{FF2B5EF4-FFF2-40B4-BE49-F238E27FC236}">
                  <a16:creationId xmlns:a16="http://schemas.microsoft.com/office/drawing/2014/main" id="{3ACC34B9-6FA5-4877-B540-29C8C4A67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2">
              <a:extLst>
                <a:ext uri="{FF2B5EF4-FFF2-40B4-BE49-F238E27FC236}">
                  <a16:creationId xmlns:a16="http://schemas.microsoft.com/office/drawing/2014/main" id="{D362703C-25CE-49F8-806C-8BFE4068C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3">
              <a:extLst>
                <a:ext uri="{FF2B5EF4-FFF2-40B4-BE49-F238E27FC236}">
                  <a16:creationId xmlns:a16="http://schemas.microsoft.com/office/drawing/2014/main" id="{B0EF9A27-4999-40AE-BA08-70C3BBE18F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4">
              <a:extLst>
                <a:ext uri="{FF2B5EF4-FFF2-40B4-BE49-F238E27FC236}">
                  <a16:creationId xmlns:a16="http://schemas.microsoft.com/office/drawing/2014/main" id="{D715A6D3-544B-4B12-9841-5A1F6B33E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5">
              <a:extLst>
                <a:ext uri="{FF2B5EF4-FFF2-40B4-BE49-F238E27FC236}">
                  <a16:creationId xmlns:a16="http://schemas.microsoft.com/office/drawing/2014/main" id="{82B48662-B68D-4BC7-B8D2-23826AB86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56">
              <a:extLst>
                <a:ext uri="{FF2B5EF4-FFF2-40B4-BE49-F238E27FC236}">
                  <a16:creationId xmlns:a16="http://schemas.microsoft.com/office/drawing/2014/main" id="{D2EEDA5F-E97D-4265-9E81-DF0976EC7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57">
              <a:extLst>
                <a:ext uri="{FF2B5EF4-FFF2-40B4-BE49-F238E27FC236}">
                  <a16:creationId xmlns:a16="http://schemas.microsoft.com/office/drawing/2014/main" id="{BC1768C4-E2D0-481F-A3B9-7A5EAE2C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58">
              <a:extLst>
                <a:ext uri="{FF2B5EF4-FFF2-40B4-BE49-F238E27FC236}">
                  <a16:creationId xmlns:a16="http://schemas.microsoft.com/office/drawing/2014/main" id="{39321CDD-4745-45CC-9FCC-64B8C1D9E3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73" name="Round Diagonal Corner Rectangle 6">
            <a:extLst>
              <a:ext uri="{FF2B5EF4-FFF2-40B4-BE49-F238E27FC236}">
                <a16:creationId xmlns:a16="http://schemas.microsoft.com/office/drawing/2014/main" id="{64151300-ACA4-4FB2-AB61-FD649DD97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579" y="808057"/>
            <a:ext cx="3821429" cy="5234394"/>
          </a:xfrm>
          <a:prstGeom prst="round2DiagRect">
            <a:avLst>
              <a:gd name="adj1" fmla="val 11323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 descr="Uma imagem com eletrónica, circuito&#10;&#10;Descrição gerada com confiança muito alta">
            <a:extLst>
              <a:ext uri="{FF2B5EF4-FFF2-40B4-BE49-F238E27FC236}">
                <a16:creationId xmlns:a16="http://schemas.microsoft.com/office/drawing/2014/main" id="{0F6D17A4-8ECD-4F16-B85D-5529EA893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117" y="1136607"/>
            <a:ext cx="2206352" cy="2206352"/>
          </a:xfrm>
          <a:prstGeom prst="rect">
            <a:avLst/>
          </a:prstGeom>
        </p:spPr>
      </p:pic>
      <p:pic>
        <p:nvPicPr>
          <p:cNvPr id="10" name="Imagem 9" descr="Uma imagem com parede, relógio, céu, interior&#10;&#10;Descrição gerada com confiança alta">
            <a:extLst>
              <a:ext uri="{FF2B5EF4-FFF2-40B4-BE49-F238E27FC236}">
                <a16:creationId xmlns:a16="http://schemas.microsoft.com/office/drawing/2014/main" id="{F0F7E352-B511-48C9-B813-491C383F6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974" y="3948510"/>
            <a:ext cx="3178638" cy="132443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EA34E6C-3800-4E32-A477-FE608E45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1113282"/>
            <a:ext cx="613943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Conversão analógico-digital</a:t>
            </a:r>
          </a:p>
        </p:txBody>
      </p:sp>
    </p:spTree>
    <p:extLst>
      <p:ext uri="{BB962C8B-B14F-4D97-AF65-F5344CB8AC3E}">
        <p14:creationId xmlns:p14="http://schemas.microsoft.com/office/powerpoint/2010/main" val="289055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EDA90D89-770A-4C09-978C-9E38FE15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3B344D7-1AE2-4947-876E-2A5267450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6633E5C-867B-4E17-9151-FF0FDB122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D5EDC2E-587B-4E85-8185-D99B438AB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96B1479-D8B0-4D98-B382-877F9A3AE6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3B7BA112-C364-4D4C-97F9-A1DC76F1E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8B9D9B13-8F5D-41E6-93D6-CDFEB34AB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5720BDB-EA73-4DE9-8A10-11DA3A1AC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1D2313E-4168-41D0-A5B5-2187D1B33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F1B19F3-A09E-4891-8916-D5F8B0B2A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D61F564-BB90-4A5C-829A-4F984FD6C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803B77E-8C29-4857-B5C1-B89B01F46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B96F39B0-FB50-4957-8F85-2E2CCF6D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54B5837-452A-4FC3-A8C8-E275AA929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FDE2A683-C13C-4A7F-935C-4C5279BF5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30C5773F-6573-4E1F-B3DC-BB2B01D88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E280F9F5-EF46-41DF-B672-013B025B9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5876ADD8-345E-4A8D-81CB-0D5C3F76F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8D2F7216-B310-4AB4-9948-2CF747F77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D113E940-FD31-4B25-B33F-5B213CC758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D6211283-9342-40E7-88F7-14A90284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B0118661-823B-4754-B0E3-52ACCB8DF8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263B289D-A43D-47C8-AA8E-40C86C608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D5A2D8F7-A5A4-4B2E-89AE-F99CC5B05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6847785C-2F02-4845-9257-9DE5E6EDA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4B83A129-3D7E-44D8-8C6C-9DE73E12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7E1A9847-AC3D-4B5D-A29A-A93B0C6AB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2450F521-5F68-4148-9905-6232B08F8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8C6F916A-08CA-4F4C-BDBA-0F63A621F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D68FB199-D330-4EF4-94F5-1C07371E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3B67568D-CC47-4BBA-A084-154AEAA82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C9C25D1A-5E1E-4B22-B8D3-B0F5263921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4D8DB054-D1D3-4C30-B62E-7F2C6A812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9EB76371-2F16-4BA0-994C-2575FD933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2B61AF6D-2A6D-4C90-BCCA-CD97F7246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B35F6DFD-5D34-4BE6-8B2A-0D6CDCE28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BCB0EEDB-7826-499E-BB87-6D0DD545F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F16B5CE0-3198-436D-888B-A01A983844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B550414A-8DF0-4572-A382-B88DBE0B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AFB98517-BD8F-45DD-A2BA-52FD61A48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>
              <a:extLst>
                <a:ext uri="{FF2B5EF4-FFF2-40B4-BE49-F238E27FC236}">
                  <a16:creationId xmlns:a16="http://schemas.microsoft.com/office/drawing/2014/main" id="{78C67202-AF18-4690-8000-4C12C4042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>
              <a:extLst>
                <a:ext uri="{FF2B5EF4-FFF2-40B4-BE49-F238E27FC236}">
                  <a16:creationId xmlns:a16="http://schemas.microsoft.com/office/drawing/2014/main" id="{AD51A156-6972-43DA-BF32-CA187641B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B5CE61CC-EBDF-4355-A6C3-D44E62D78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ACB1B7F1-FBEF-48FA-97A7-9FAE7708E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4851370A-7D0E-4B9F-BA8B-B1966748F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>
              <a:extLst>
                <a:ext uri="{FF2B5EF4-FFF2-40B4-BE49-F238E27FC236}">
                  <a16:creationId xmlns:a16="http://schemas.microsoft.com/office/drawing/2014/main" id="{B882F537-DDEB-49AE-BF36-6380A45F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>
              <a:extLst>
                <a:ext uri="{FF2B5EF4-FFF2-40B4-BE49-F238E27FC236}">
                  <a16:creationId xmlns:a16="http://schemas.microsoft.com/office/drawing/2014/main" id="{A53D3CF4-BFB0-4D0B-8471-26ACAFE0A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>
              <a:extLst>
                <a:ext uri="{FF2B5EF4-FFF2-40B4-BE49-F238E27FC236}">
                  <a16:creationId xmlns:a16="http://schemas.microsoft.com/office/drawing/2014/main" id="{13BC2FA8-8256-44BD-9A62-0EE83D647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>
              <a:extLst>
                <a:ext uri="{FF2B5EF4-FFF2-40B4-BE49-F238E27FC236}">
                  <a16:creationId xmlns:a16="http://schemas.microsoft.com/office/drawing/2014/main" id="{90A9C5D2-72E3-4B31-A271-57A883ADC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>
              <a:extLst>
                <a:ext uri="{FF2B5EF4-FFF2-40B4-BE49-F238E27FC236}">
                  <a16:creationId xmlns:a16="http://schemas.microsoft.com/office/drawing/2014/main" id="{2A5948D4-F239-4BEA-8E38-76F358E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>
              <a:extLst>
                <a:ext uri="{FF2B5EF4-FFF2-40B4-BE49-F238E27FC236}">
                  <a16:creationId xmlns:a16="http://schemas.microsoft.com/office/drawing/2014/main" id="{7384B304-194D-400B-B568-5E6DEA885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>
              <a:extLst>
                <a:ext uri="{FF2B5EF4-FFF2-40B4-BE49-F238E27FC236}">
                  <a16:creationId xmlns:a16="http://schemas.microsoft.com/office/drawing/2014/main" id="{B680594F-341A-4C19-BF7F-F6D76386A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>
              <a:extLst>
                <a:ext uri="{FF2B5EF4-FFF2-40B4-BE49-F238E27FC236}">
                  <a16:creationId xmlns:a16="http://schemas.microsoft.com/office/drawing/2014/main" id="{4EA6807C-3B8A-43FE-BA1B-8D6D3851F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>
              <a:extLst>
                <a:ext uri="{FF2B5EF4-FFF2-40B4-BE49-F238E27FC236}">
                  <a16:creationId xmlns:a16="http://schemas.microsoft.com/office/drawing/2014/main" id="{BA316439-CB72-49C9-BE80-934799D83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>
              <a:extLst>
                <a:ext uri="{FF2B5EF4-FFF2-40B4-BE49-F238E27FC236}">
                  <a16:creationId xmlns:a16="http://schemas.microsoft.com/office/drawing/2014/main" id="{6BC7FE05-950C-4A73-B6A9-282B142C7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>
              <a:extLst>
                <a:ext uri="{FF2B5EF4-FFF2-40B4-BE49-F238E27FC236}">
                  <a16:creationId xmlns:a16="http://schemas.microsoft.com/office/drawing/2014/main" id="{81C014C7-E085-4923-B533-732801FC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7" name="Round Diagonal Corner Rectangle 6">
            <a:extLst>
              <a:ext uri="{FF2B5EF4-FFF2-40B4-BE49-F238E27FC236}">
                <a16:creationId xmlns:a16="http://schemas.microsoft.com/office/drawing/2014/main" id="{0E24CF0B-9BD9-4126-80C9-FF28141AC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A339EF6-BB60-423C-8EAE-EB100BE71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88" y="1530416"/>
            <a:ext cx="6112382" cy="37896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992FF67-5225-40E6-B2D5-EC75D94DD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Processamento do sinal digital</a:t>
            </a:r>
          </a:p>
        </p:txBody>
      </p:sp>
    </p:spTree>
    <p:extLst>
      <p:ext uri="{BB962C8B-B14F-4D97-AF65-F5344CB8AC3E}">
        <p14:creationId xmlns:p14="http://schemas.microsoft.com/office/powerpoint/2010/main" val="2276430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240EB-C91D-4F5F-A7B1-5C942240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pPr algn="ctr"/>
            <a:r>
              <a:rPr lang="pt-PT" dirty="0"/>
              <a:t>Considerações finais</a:t>
            </a:r>
          </a:p>
        </p:txBody>
      </p:sp>
    </p:spTree>
    <p:extLst>
      <p:ext uri="{BB962C8B-B14F-4D97-AF65-F5344CB8AC3E}">
        <p14:creationId xmlns:p14="http://schemas.microsoft.com/office/powerpoint/2010/main" val="31672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DCBBE-4C36-4EF0-B418-FF283CCB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737AD6-99F9-4485-9A1E-12EA99C9574E}"/>
              </a:ext>
            </a:extLst>
          </p:cNvPr>
          <p:cNvSpPr txBox="1"/>
          <p:nvPr/>
        </p:nvSpPr>
        <p:spPr>
          <a:xfrm>
            <a:off x="1141413" y="2105884"/>
            <a:ext cx="102387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M. Integrated, “APPLICATION NOTE 6144 LINEARIZATION OF WHEATSTONE-BRIDGE,” pp. 1–10..com.br/articles/os_amplificadores_operacionais.html. [Accessed: 17-Mar-2018]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 S. Systems, “Strain Gauge Technology in Field Testing,” 2016. [Online]. Available: http://www.sensing-systems.com/blog/strain-gauge-technology-in-field-testing. [Accessed: 18-Mar-2018]. </a:t>
            </a:r>
          </a:p>
          <a:p>
            <a:pPr marL="342900" indent="-342900">
              <a:buFont typeface="+mj-lt"/>
              <a:buAutoNum type="arabicPeriod"/>
            </a:pPr>
            <a:endParaRPr lang="pt-PT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J. A. da Silveira, “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Amplificadores</a:t>
            </a:r>
            <a:r>
              <a:rPr lang="en-US" dirty="0"/>
              <a:t> </a:t>
            </a:r>
            <a:r>
              <a:rPr lang="en-US" dirty="0" err="1"/>
              <a:t>Operacionais</a:t>
            </a:r>
            <a:r>
              <a:rPr lang="en-US" dirty="0"/>
              <a:t>.” [Online]. Available: http://ordemnatural.com.br/articles/os_amplificadores_operacionais.html. [Accessed: 17-Mar-2018]. </a:t>
            </a:r>
          </a:p>
          <a:p>
            <a:pPr marL="342900" indent="-342900">
              <a:buFont typeface="+mj-lt"/>
              <a:buAutoNum type="arabicPeriod"/>
            </a:pPr>
            <a:endParaRPr lang="pt-PT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Arduino DC Motor Speed Control Potentiometer. (2015). Retrieved June 9, 2018, from http://www.instructables.com/id/Arduino-DC-motor-speed-control-potentiometer/</a:t>
            </a:r>
          </a:p>
          <a:p>
            <a:pPr marL="342900" indent="-342900">
              <a:buFont typeface="+mj-lt"/>
              <a:buAutoNum type="arabicPeriod"/>
            </a:pPr>
            <a:endParaRPr lang="pt-PT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Wikipédia</a:t>
            </a:r>
            <a:r>
              <a:rPr lang="en-US" dirty="0"/>
              <a:t>, “</a:t>
            </a:r>
            <a:r>
              <a:rPr lang="en-US" dirty="0" err="1"/>
              <a:t>Extensômetro</a:t>
            </a:r>
            <a:r>
              <a:rPr lang="en-US" dirty="0"/>
              <a:t>,” 2017. [Online]. Available: https://pt.wikipedia.org/wiki/</a:t>
            </a:r>
            <a:r>
              <a:rPr lang="en-US" dirty="0" err="1"/>
              <a:t>Extensômetro</a:t>
            </a:r>
            <a:r>
              <a:rPr lang="en-US" dirty="0"/>
              <a:t>. [Accessed: 18- Mar-2018]. 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18424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101</Words>
  <Application>Microsoft Office PowerPoint</Application>
  <PresentationFormat>Ecrã Panorâmico</PresentationFormat>
  <Paragraphs>32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Circuito</vt:lpstr>
      <vt:lpstr>Controlo de um motor DC</vt:lpstr>
      <vt:lpstr>Introdução</vt:lpstr>
      <vt:lpstr>Diagrama de blocos</vt:lpstr>
      <vt:lpstr>Segmentação do projeto</vt:lpstr>
      <vt:lpstr>Condicionamento de sinal</vt:lpstr>
      <vt:lpstr>Condicionamento do sinal</vt:lpstr>
      <vt:lpstr>Conversão analógico-digital</vt:lpstr>
      <vt:lpstr>Processamento do sinal digital</vt:lpstr>
      <vt:lpstr>Considerações finais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Controlo de um motor DC</dc:title>
  <dc:creator>erendiro petter</dc:creator>
  <cp:lastModifiedBy>Erendiro Pedro (1160555)</cp:lastModifiedBy>
  <cp:revision>9</cp:revision>
  <dcterms:created xsi:type="dcterms:W3CDTF">2018-06-11T09:23:28Z</dcterms:created>
  <dcterms:modified xsi:type="dcterms:W3CDTF">2019-05-25T15:24:52Z</dcterms:modified>
</cp:coreProperties>
</file>